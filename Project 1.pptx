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8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77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0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6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2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4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3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51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77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7FBF1AC1-5C64-C746-CD5D-F11A8EA734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81" b="13593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4436" y="1066800"/>
            <a:ext cx="4389120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BF6EE-FE8C-038A-9487-D42B3A57D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487" y="1562101"/>
            <a:ext cx="3551402" cy="2738530"/>
          </a:xfrm>
        </p:spPr>
        <p:txBody>
          <a:bodyPr anchor="t">
            <a:normAutofit/>
          </a:bodyPr>
          <a:lstStyle/>
          <a:p>
            <a:r>
              <a:rPr lang="en-US" sz="4800" dirty="0"/>
              <a:t>Project 1:</a:t>
            </a:r>
            <a:br>
              <a:rPr lang="en-US" sz="4800" dirty="0"/>
            </a:br>
            <a:r>
              <a:rPr lang="en-US" sz="4800" dirty="0"/>
              <a:t>Book REPL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98D46-0EFC-E76A-88A6-E90BADFD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0487" y="4358566"/>
            <a:ext cx="3579790" cy="875824"/>
          </a:xfrm>
        </p:spPr>
        <p:txBody>
          <a:bodyPr>
            <a:normAutofit/>
          </a:bodyPr>
          <a:lstStyle/>
          <a:p>
            <a:r>
              <a:rPr lang="en-US" dirty="0"/>
              <a:t>Seth Loyd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24436" y="5780876"/>
            <a:ext cx="438912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42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830FA-678F-125C-E307-F8D18D3B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 dirty="0"/>
              <a:t>Architecture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6AE370-5146-10F2-8645-991EEE944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70" r="-1" b="14904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00A90A-0B6D-30FE-FA14-A9DEE98D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n-US" dirty="0"/>
              <a:t>Using SOLID principles, I separated the project into different sections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different sections have specific jobs</a:t>
            </a:r>
          </a:p>
          <a:p>
            <a:endParaRPr lang="en-US" dirty="0"/>
          </a:p>
          <a:p>
            <a:r>
              <a:rPr lang="en-US" dirty="0"/>
              <a:t>The layers allow for easier readability and changeability.</a:t>
            </a:r>
          </a:p>
        </p:txBody>
      </p:sp>
    </p:spTree>
    <p:extLst>
      <p:ext uri="{BB962C8B-B14F-4D97-AF65-F5344CB8AC3E}">
        <p14:creationId xmlns:p14="http://schemas.microsoft.com/office/powerpoint/2010/main" val="68743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F1C1C-D0CE-2EB5-FEEA-E012A754E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Unit Tests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5858E-D5F8-A930-D002-946852CAB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Unit tests are in tandem with </a:t>
            </a:r>
            <a:r>
              <a:rPr lang="en-US" dirty="0" err="1"/>
              <a:t>pytest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Mock repository created to insure separation from real repo.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B0F9A-DB88-3F74-8AF4-60EFCFA36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19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34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A6207-61A1-1B13-EEDC-D900320C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>
            <a:normAutofit/>
          </a:bodyPr>
          <a:lstStyle/>
          <a:p>
            <a:r>
              <a:rPr lang="en-US" dirty="0"/>
              <a:t>Analytics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6C86-363A-57C4-673D-58DC9E73B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r>
              <a:rPr lang="en-US" dirty="0"/>
              <a:t>Used Matplotlib with NumPy and Pandas for analytics generation.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679ED4-3C44-9A53-45FB-AC4F65EC9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097" y="3607283"/>
            <a:ext cx="2576282" cy="2690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1539C3-BD9D-212A-05EF-0CD8F6EEE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657" y="1031001"/>
            <a:ext cx="3205162" cy="254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5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8C884-7E55-D704-55C1-227714D9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Demo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82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D5448-303D-B4EF-D7C8-A0A89856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442" y="4474103"/>
            <a:ext cx="7031117" cy="933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Thank you!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2A713D63-F44A-D9B0-E4E2-90C9F1F49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6210" y="409300"/>
            <a:ext cx="3899580" cy="389958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91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69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Project 1: Book REPL</vt:lpstr>
      <vt:lpstr>Architecture</vt:lpstr>
      <vt:lpstr>Unit Tests</vt:lpstr>
      <vt:lpstr>Analytics</vt:lpstr>
      <vt:lpstr>Demo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Loyd Seth I</dc:creator>
  <cp:lastModifiedBy>Loyd Seth I</cp:lastModifiedBy>
  <cp:revision>2</cp:revision>
  <dcterms:created xsi:type="dcterms:W3CDTF">2026-02-06T01:01:07Z</dcterms:created>
  <dcterms:modified xsi:type="dcterms:W3CDTF">2026-02-06T17:12:58Z</dcterms:modified>
</cp:coreProperties>
</file>